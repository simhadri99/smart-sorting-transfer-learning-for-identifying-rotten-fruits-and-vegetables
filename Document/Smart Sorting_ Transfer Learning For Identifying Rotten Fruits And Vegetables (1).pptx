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mart-sorting-transfer-learning-for-identifying-rotten-fruits-and-vegetables" ContentType="image/smart-sorting-transfer-learning-for-identifying-rotten-fruits-and-vegetables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Sorting: Transfer Learning For Identifying Rotten Fruits And Vegetables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involves using advanced technology to classify and organize produce efficiently.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identification of rotten fruits and vegetables is essential for reducing food waste and ensuring consumer safety.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offers a promising approach to enhance classification accuracy with limited labeled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Sorting in Food Industry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sorting improves the quality and shelf life of fresh produce.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systems can significantly reduce labor costs and processing times.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sorting minimizes the risk of distributing spoiled products to consumers.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Identifying Rotten Produce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 similarities between fresh and slightly rotten produce can cause misclassification.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lighting and imaging conditions affects detection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Limited labeled datasets of rotten produce make training robust models difficult.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Overview of Transfer Learning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involves using pre-trained models on new but related tasks.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reduces the need for large labeled datasets by leveraging existing knowledge.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Commonly used models include CNN architectures like ResNet, VGG, and EfficientNet.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Transfer Learning in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Significantly decreases training time and computational resources.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Improves model performance with limited training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Facilitates rapid deployment of sorting systems across different types of produce.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for Rotten Produce Detection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Images are captured under controlled lighting conditions to ensure consistency.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Diverse datasets include various fruits and vegetables at different stages of rot.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 techniques are employed to enhance dataset variability.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Selection and Architecture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Convolutional Neural Networks (CNNs) are suitable for image classification tasks.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Pre-trained models like ResNet50 or EfficientNet are often preferred.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complexity is balanced to prevent overfitting and ensure real-time processing.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Workflow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pre-trained model's feature extraction layers are frozen initially.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final classification layers are fine-tuned using the collected dataset.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model is validated and tested on separate datasets to evaluate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Training Strategies and Techniques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 (rotation, flipping, brightness adjustment) enhances robustness.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Early stopping and learning rate schedules prevent overfitting.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Cross-validation ensures the model’s generalization across different data subsets.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dpi.com/applsci/applsci-13-08087/article_deploy/html/images/applsci-13-08087-g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Accuracy measures the overall correctness of the model.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Precision and recall assess the model's ability to identify rotten produce accurately.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F1-score balances precision and recall, especially in imbalanced datasets.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and Performance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models achieve high accuracy (&gt;90%) in identifying rotten items.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models demonstrate strong generalization across different produce types.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Real-time classification speeds meet industrial sorting system requirements.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in Sorting Systems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with conveyor belts enables automated sorting based on model predictions.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Systems can be calibrated to separate rotten from fresh produce accurately.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Feedback mechanisms improve system performance over time through continuous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and Limitations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produce appearance can still cause misclassification.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robustness needs to be tested under different environmental conditions.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Large-scale deployment requires addressing hardware and scalability issues.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in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multispectral and hyperspectral imaging for better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Developing adaptive learning systems that improve over time with new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Exploring edge computing for on-site, real-time processing without cloud dependency.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and Sustainability Considerations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Reducing food waste aligns with global sustainability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data privacy and security in automated sorting systems is critical.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Transparent algorithms help build trust with consumers and stakeholders.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and Industry Applications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companies have successfully implemented transfer learning-based sorting.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show improvements in efficiency and product quality.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Collaboration between researchers and industry accelerates technological adoption.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Summary of Key Benefits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enhances classification accuracy with less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smart sorting reduces operational costs and waste.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advancements will further improve detection capabilities.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is a powerful tool for identifying rotten produce effectively.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AI with existing sorting infrastructure offers substantial benefits.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development will continue to refine these technologies.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[Include relevant academic papers, industry reports, and sources on transfer learning, image classification, and smart sorting systems.]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Your second bullet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Your third bullet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2d06a9abb55da0b2813bf9bb8aa593cfb6e767eb0177e2f9bbff95a223b14eb9/Electro-AI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Questions and Discussion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 for your attention.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Feel free to ask questions or share insights about smart sorting technologies.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Let's explore the future of automated produce quality assessment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Sorting: Transfer Learning For Identifying Rotten Fruits And Vegetables</dc:title>
  <dc:subject>Smart Sorting: Transfer Learning For Identifying Rotten Fruits And Vegetables</dc:subject>
  <dc:creator>SlideMake.com</dc:creator>
  <cp:lastModifiedBy>SlideMake.com</cp:lastModifiedBy>
  <cp:revision>1</cp:revision>
  <dcterms:created xsi:type="dcterms:W3CDTF">2026-02-16T04:34:51Z</dcterms:created>
  <dcterms:modified xsi:type="dcterms:W3CDTF">2026-02-16T04:34:51Z</dcterms:modified>
</cp:coreProperties>
</file>